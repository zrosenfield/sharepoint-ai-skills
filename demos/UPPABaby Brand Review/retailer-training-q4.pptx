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Q4 RETAILER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TRAINING PROGRAM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MISS YOUR CHANCE TO MAXIMIZE HOLIDAY SALES!!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Uppababy Sales Enablement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WHY THIS MATTERS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competitors are already training their teams on premium stroller sales. 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don't leverage our training resources, you WILL lose market share to retailers who do. The holiday season waits for no one, and parents are making purchase decisions RIGHT NOW.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let Bugaboo and Nuna steal your customers!!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REQUIRED: Complete training by October 15th or risk losing Tier 1 partnership status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PRODUCT LINEUP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V3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0" y="11887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$1,099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188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best-selling full-size system for growing families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 v3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6032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9202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ultimate city stroller that synergizes form and function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 V2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2651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651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travel solution to optimize parent productivity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383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3383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All-terrain jogger that leverages cutting-edge suspension tech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8F5F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114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MAX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60320" y="41148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40480" y="4114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6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infant car seat with industry-leading safety KPIs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WINNING SALES TACTICS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urgency!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Tell parents they need to buy NOW before stock runs out. Holiday inventory is LIMITED.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Price anchor against competitors!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Show the comparison chart — UPPAbaby is cheaper than Bugaboo and better than Nuna. Period.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Leverage the safety angle!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Parents will pay anything for safety. Emphasize our crash test results and make them worry about cheaper alternatives.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Upsell, upsell, upsell!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Every Vista sale should include a bassinet, travel bag, and snack tray. Optimize your AOV!!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YOUR SUCCESS METRICS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2286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$85K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QUARTERLY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TARGET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1188720"/>
            <a:ext cx="1920240" cy="22860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3716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3.2x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651760" y="2468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MULTIPLE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920240" cy="2286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1920240" cy="22860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13716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92%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040880" y="2468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Retailers falling below these benchmarks for 2 consecutive quarters will be moved to Tier 2 status with reduced margins and marketing support.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TAKE ACTION NOW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Complete online training modules by Oct 15
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Download updated POS materials from Brandfolder
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Submit Q4 sales projections to your regional manager
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Set up in-store Uppababy display per planogram specs
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Schedule staff training sessions before Black Friday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Contact sales-enablement@uppababy.com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Retailer Training Program</dc:title>
  <dc:subject>PptxGenJS Presentation</dc:subject>
  <dc:creator>UPPAbaby Sales Enablement</dc:creator>
  <cp:lastModifiedBy>UPPAbaby Sales Enablement</cp:lastModifiedBy>
  <cp:revision>1</cp:revision>
  <dcterms:created xsi:type="dcterms:W3CDTF">2026-02-22T05:04:44Z</dcterms:created>
  <dcterms:modified xsi:type="dcterms:W3CDTF">2026-02-22T05:04:44Z</dcterms:modified>
</cp:coreProperties>
</file>
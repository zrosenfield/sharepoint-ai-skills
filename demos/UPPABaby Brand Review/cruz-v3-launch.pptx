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Introducing the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Cruz V3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F7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Parenthood, Understood™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 Briefing  |  Spring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the CRUZ V3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CRUZ has always been about making city life with kids feel effortless. With the V3, we've taken everything parents told us they loved and made it even better — lighter, sleeker, and more intuitive than ever.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0" y="1188720"/>
            <a:ext cx="2286000" cy="3200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lbs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2743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COMPACT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14630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One-Hand Fold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you've always got the other hand full. The Cruz V3 folds flat with a single motion — stroller, bassinet, or seat attached.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657600" cy="14630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All-Wheel Suspension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965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rides from sidewalk cracks to cobblestones. Your little one stays comfortable no matter where the day takes you.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3657600" cy="14630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Canopy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 50+ protection with a peek-a-boo window. Designed to shield without blocking your view of those tiny smiles.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3108960"/>
            <a:ext cx="3657600" cy="14630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Seat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3703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Face-in for connection, face-out for curiosity. Switch in seconds as your child grows and discovers more of the world.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 We're Talking 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parents need to understand that investing in quality gear is essential for their child's development. Every responsible parent knows that cutting corners on a stroller means compromising on safety.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Buyer: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Style-conscious Moms, ages 28-38, who refuse to sacrifice aesthetics for function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Buyer: 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Dads who want the best tech specs and premium build quality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 Position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Cruz V3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Bugaboo Fox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Nuna MIXX Next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 lbs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 lbs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 lbs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One-Hand Fold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Cruz V3 offers superior value at nearly half the price of the Bugaboo Fox 5, making competitors look overpriced and outdated.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 Timeline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1828800"/>
            <a:ext cx="457200" cy="457200"/>
          </a:xfrm>
          <a:prstGeom prst="ellipse">
            <a:avLst/>
          </a:prstGeom>
          <a:solidFill>
            <a:srgbClr val="F7F7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Preview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828800"/>
            <a:ext cx="457200" cy="457200"/>
          </a:xfrm>
          <a:prstGeom prst="ellipse">
            <a:avLst/>
          </a:prstGeom>
          <a:solidFill>
            <a:srgbClr val="F7F7F7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2926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Embargo Lift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40680" y="1828800"/>
            <a:ext cx="457200" cy="457200"/>
          </a:xfrm>
          <a:prstGeom prst="ellipse">
            <a:avLst/>
          </a:prstGeom>
          <a:solidFill>
            <a:srgbClr val="F7F7F7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926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Pre-Orders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43800" y="1828800"/>
            <a:ext cx="457200" cy="457200"/>
          </a:xfrm>
          <a:prstGeom prst="ellipse">
            <a:avLst/>
          </a:prstGeom>
          <a:solidFill>
            <a:srgbClr val="F7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2926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Availability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Uppababy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CRUZ V3 Product Launch</dc:title>
  <dc:subject>PptxGenJS Presentation</dc:subject>
  <dc:creator>UPPAbaby Marketing</dc:creator>
  <cp:lastModifiedBy>UPPAbaby Marketing</cp:lastModifiedBy>
  <cp:revision>1</cp:revision>
  <dcterms:created xsi:type="dcterms:W3CDTF">2026-02-22T05:04:44Z</dcterms:created>
  <dcterms:modified xsi:type="dcterms:W3CDTF">2026-02-22T05:04:44Z</dcterms:modified>
</cp:coreProperties>
</file>